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e28c34f9604c97" /><Relationship Type="http://schemas.openxmlformats.org/officeDocument/2006/relationships/extended-properties" Target="/docProps/app.xml" Id="R18d8ce1dfb23469d" /><Relationship Type="http://schemas.openxmlformats.org/officeDocument/2006/relationships/officeDocument" Target="/ppt/presentation.xml" Id="R471e101fa9bf4e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1e3af4ac8a4458"/>
  </p:sldMasterIdLst>
  <p:notesMasterIdLst>
    <p:notesMasterId xmlns:r="http://schemas.openxmlformats.org/officeDocument/2006/relationships" r:id="R2a117c937244403d"/>
  </p:notesMasterIdLst>
  <p:sldIdLst>
    <p:sldId xmlns:r="http://schemas.openxmlformats.org/officeDocument/2006/relationships" id="256" r:id="R8a757556c9e74317"/>
    <p:sldId xmlns:r="http://schemas.openxmlformats.org/officeDocument/2006/relationships" id="257" r:id="Rd5051a386a66454f"/>
    <p:sldId xmlns:r="http://schemas.openxmlformats.org/officeDocument/2006/relationships" id="258" r:id="Ra971b4ceff494834"/>
    <p:sldId xmlns:r="http://schemas.openxmlformats.org/officeDocument/2006/relationships" id="259" r:id="R472a5b27b90b472f"/>
    <p:sldId xmlns:r="http://schemas.openxmlformats.org/officeDocument/2006/relationships" id="260" r:id="R6b06055bfa5d4355"/>
    <p:sldId xmlns:r="http://schemas.openxmlformats.org/officeDocument/2006/relationships" id="261" r:id="R02ef35fb835f4dad"/>
    <p:sldId xmlns:r="http://schemas.openxmlformats.org/officeDocument/2006/relationships" id="262" r:id="R889a952277a543e3"/>
    <p:sldId xmlns:r="http://schemas.openxmlformats.org/officeDocument/2006/relationships" id="263" r:id="R854c6a560f9f41ea"/>
    <p:sldId xmlns:r="http://schemas.openxmlformats.org/officeDocument/2006/relationships" id="264" r:id="R54b6a5dcc4f34999"/>
    <p:sldId xmlns:r="http://schemas.openxmlformats.org/officeDocument/2006/relationships" id="265" r:id="R735014d8e2db4b56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3f535b2cc248e4" /><Relationship Type="http://schemas.openxmlformats.org/officeDocument/2006/relationships/slideMaster" Target="/ppt/slideMasters/slideMaster1.xml" Id="R391e3af4ac8a4458" /><Relationship Type="http://schemas.openxmlformats.org/officeDocument/2006/relationships/notesMaster" Target="/ppt/notesMasters/notesMaster1.xml" Id="R2a117c937244403d" /><Relationship Type="http://schemas.openxmlformats.org/officeDocument/2006/relationships/presProps" Target="/ppt/presProps.xml" Id="Rd2d031157e3e4a4a" /><Relationship Type="http://schemas.openxmlformats.org/officeDocument/2006/relationships/viewProps" Target="/ppt/viewProps.xml" Id="R2af445bc9c964d90" /><Relationship Type="http://schemas.openxmlformats.org/officeDocument/2006/relationships/tableStyles" Target="/ppt/tableStyles.xml" Id="R46c1f1a74bff4534" /><Relationship Type="http://schemas.openxmlformats.org/officeDocument/2006/relationships/slide" Target="/ppt/slides/slide1.xml" Id="R8a757556c9e74317" /><Relationship Type="http://schemas.openxmlformats.org/officeDocument/2006/relationships/slide" Target="/ppt/slides/slide2.xml" Id="Rd5051a386a66454f" /><Relationship Type="http://schemas.openxmlformats.org/officeDocument/2006/relationships/slide" Target="/ppt/slides/slide3.xml" Id="Ra971b4ceff494834" /><Relationship Type="http://schemas.openxmlformats.org/officeDocument/2006/relationships/slide" Target="/ppt/slides/slide4.xml" Id="R472a5b27b90b472f" /><Relationship Type="http://schemas.openxmlformats.org/officeDocument/2006/relationships/slide" Target="/ppt/slides/slide5.xml" Id="R6b06055bfa5d4355" /><Relationship Type="http://schemas.openxmlformats.org/officeDocument/2006/relationships/slide" Target="/ppt/slides/slide6.xml" Id="R02ef35fb835f4dad" /><Relationship Type="http://schemas.openxmlformats.org/officeDocument/2006/relationships/slide" Target="/ppt/slides/slide7.xml" Id="R889a952277a543e3" /><Relationship Type="http://schemas.openxmlformats.org/officeDocument/2006/relationships/slide" Target="/ppt/slides/slide8.xml" Id="R854c6a560f9f41ea" /><Relationship Type="http://schemas.openxmlformats.org/officeDocument/2006/relationships/slide" Target="/ppt/slides/slide9.xml" Id="R54b6a5dcc4f34999" /><Relationship Type="http://schemas.openxmlformats.org/officeDocument/2006/relationships/slide" Target="/ppt/slides/slide10.xml" Id="R735014d8e2db4b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41ee97c5c344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5657988da24513" /><Relationship Type="http://schemas.openxmlformats.org/officeDocument/2006/relationships/notesMaster" Target="/ppt/notesMasters/notesMaster1.xml" Id="Rf1bbeec4cf784f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2f33742adb434b" /><Relationship Type="http://schemas.openxmlformats.org/officeDocument/2006/relationships/notesMaster" Target="/ppt/notesMasters/notesMaster1.xml" Id="Rdeff02e7731e4e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f0dd1a8f634361" /><Relationship Type="http://schemas.openxmlformats.org/officeDocument/2006/relationships/notesMaster" Target="/ppt/notesMasters/notesMaster1.xml" Id="Rdaa44a3a62924e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9edffcfc9f4f0a" /><Relationship Type="http://schemas.openxmlformats.org/officeDocument/2006/relationships/notesMaster" Target="/ppt/notesMasters/notesMaster1.xml" Id="R1dd5d26114c1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c703906c51491a" /><Relationship Type="http://schemas.openxmlformats.org/officeDocument/2006/relationships/notesMaster" Target="/ppt/notesMasters/notesMaster1.xml" Id="R8f8e5355593847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018548634c46fb" /><Relationship Type="http://schemas.openxmlformats.org/officeDocument/2006/relationships/notesMaster" Target="/ppt/notesMasters/notesMaster1.xml" Id="Rca8b450732624b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c61f4adfb44946" /><Relationship Type="http://schemas.openxmlformats.org/officeDocument/2006/relationships/notesMaster" Target="/ppt/notesMasters/notesMaster1.xml" Id="R19e94d3708fb43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c705fe5e0b4054" /><Relationship Type="http://schemas.openxmlformats.org/officeDocument/2006/relationships/notesMaster" Target="/ppt/notesMasters/notesMaster1.xml" Id="Rc5f3b4ef618f43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73840c492046ca" /><Relationship Type="http://schemas.openxmlformats.org/officeDocument/2006/relationships/notesMaster" Target="/ppt/notesMasters/notesMaster1.xml" Id="Rb8b937035dfa46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e6d5e029f94f51" /><Relationship Type="http://schemas.openxmlformats.org/officeDocument/2006/relationships/notesMaster" Target="/ppt/notesMasters/notesMaster1.xml" Id="Rf13cfc71d9344b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evidence/live-05-normal-case-kickoff.png</a:t>
            </a:r>
          </a:p>
          <a:p xmlns:a="http://schemas.openxmlformats.org/drawingml/2006/main">
            <a:r>
              <a:t>- evidence/live-10-normal-evidence-packet.raw.txt</a:t>
            </a:r>
          </a:p>
          <a:p xmlns:a="http://schemas.openxmlformats.org/drawingml/2006/main">
            <a:r>
              <a:t>- evidence/live-16-normal-mentor-decision.md</a:t>
            </a:r>
          </a:p>
          <a:p xmlns:a="http://schemas.openxmlformats.org/drawingml/2006/main">
            <a:r>
              <a:t>- evidence/live-19-normal-team-room-transcript.md</a:t>
            </a:r>
          </a:p>
          <a:p xmlns:a="http://schemas.openxmlformats.org/drawingml/2006/main">
            <a:r>
              <a:t>- evidence/live-21-live-artifact-hashes.md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evidence/live-09-missing-evidence-blocked.png</a:t>
            </a:r>
          </a:p>
          <a:p xmlns:a="http://schemas.openxmlformats.org/drawingml/2006/main">
            <a:r>
              <a:t>- evidence/live-17-missing-evidence-packet.json</a:t>
            </a:r>
          </a:p>
          <a:p xmlns:a="http://schemas.openxmlformats.org/drawingml/2006/main">
            <a:r>
              <a:t>- evidence/live-20-missing-evidence-team-room-transcript.md</a:t>
            </a:r>
          </a:p>
          <a:p xmlns:a="http://schemas.openxmlformats.org/drawingml/2006/main">
            <a:r>
              <a:t>- demo/missing-evidence-case/expected-output/evidence_packet.json (fixture replay only)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docs/运行证据索引.md</a:t>
            </a:r>
          </a:p>
          <a:p xmlns:a="http://schemas.openxmlformats.org/drawingml/2006/main">
            <a:r>
              <a:t>- evidence/live-21-live-artifact-hashes.md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904459db443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c2a2778c0e40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7544af9b04d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eb0cf644448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ff1812a2642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994e04d85456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3daac5c9d426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4cad1ed504fd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0fe35521274d7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d447a678948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73b50b671494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A876B8-5527-45F5-ACCE-348AD0A1273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F890076-70ED-4B92-979D-633974490A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3EAC027-64DD-43FC-8CB8-9A27403B89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61C99F-8916-4708-BBAE-E5BF5BD270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24ECEE-CBD6-49CE-A068-7C07FB7148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36CA1D-A56B-48EB-9C07-1B5DE65AA5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9AB009-F0E3-47BF-99AC-2896AA3DD3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851352-4136-490D-A54F-790936D7DF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FE6CDD-9C61-4DDE-A7D6-4271324662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CA73BF-C9DE-4A06-80CE-8E22096949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0EECD4-54EE-4F10-BEB3-AA8AA37ABB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646B797-79C2-4753-9832-91275D9169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91F62D-30EA-41B1-AF51-E4D567711D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972FEC-7332-4EE0-8BCB-05C3C31CB9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C167C5-F46E-40C4-A019-C1B82CD9D8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CFAEB1-EDE3-4551-A049-36B1A9EA5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F151763-832D-4F33-A0FF-E503725476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CD27B76-BF91-4171-BB20-26BFFB26CD2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17E193A-00D9-4EE0-B68F-A53100A8B0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A2237D6-3147-4B90-AD9D-3692F5324D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BC767E5-7EEE-4BC2-B713-B1E948C64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901C73-A558-4C90-A11C-8BD464FE9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012D62-4894-4C18-BC9F-D54457CDC0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7BDF07D-1D71-4C90-AEFD-B27C5A27C08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2A2F30C-4AA5-4732-8C3D-F1C3BD445E6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BBF1999-32BA-4F15-A571-2D784ACFA6B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C2DBD80-FF8F-4B5A-87D6-95D9EB28B0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E777E50-3D0B-457C-A7C1-B43E7C6F71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735AE09-4C47-4C43-BA33-BA2F789333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656FB6-4038-4EDD-86EA-C25AEBCEC5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E12C9A6-434D-4F7B-98AB-D9AE92CEEC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1B420BC-E0C6-4690-AAA4-21B3570EE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D06D6F5-DCE5-4A56-AF35-C3C91D1C24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3AE41E4-C703-4B59-A574-56E9D141CD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DAAC433-0F6B-4899-9230-77F308AFEF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324E0E-A880-4B4C-93A6-1A575DB7AA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C124A3-3BE2-4C4C-BE7C-22BA7C2C3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35183F-BBB4-4CB1-9347-5F27F977A4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162BBD-53C2-402A-80A4-E3D39FB816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810F3D9-12AC-47D2-B333-845D58361C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A8AEC0B-B343-4C30-9390-9B692F3F82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8AAC5E3-22C1-44F4-84D7-A7112F06E5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8234A4-6B59-4216-B67D-1C2CE4BEF5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EEAFE88-6EDD-4E7E-8086-A74E8E4694D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16C325D-FD7D-4CEC-B05C-8E46293D18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1C24EA3-BF51-42B1-96F5-3B6C7EAA2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E6924E7-DEFA-4984-A3F9-43EE1F80CE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132054-3A36-4751-B62B-39B4638CBA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201751-CA6A-49E8-9229-F63D0AE54C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347176-7809-4B00-AEDD-F1930D4384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28FEE8-6A93-4E84-989C-3CF2954FD7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44E74E-8F9D-4823-95A6-0E8EC379F4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EB43D0-D056-44CC-8CB4-1C20FC6A86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6D4E94F-262A-4D5B-A7F8-DBA371B501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4C9674-5733-4504-8AA8-C6EEE7F568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986D34-37AD-474E-BA00-4F97DE025B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664B73-A009-4737-872D-1E87223D95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8237C4-4AE6-401B-BF2E-9E5E018E11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43168b68314daf" /><Relationship Type="http://schemas.openxmlformats.org/officeDocument/2006/relationships/slideLayout" Target="/ppt/slideLayouts/slideLayout1.xml" Id="R3ac7d3605b294020" /><Relationship Type="http://schemas.openxmlformats.org/officeDocument/2006/relationships/slideLayout" Target="/ppt/slideLayouts/slideLayout2.xml" Id="R66088bd45c274779" /><Relationship Type="http://schemas.openxmlformats.org/officeDocument/2006/relationships/slideLayout" Target="/ppt/slideLayouts/slideLayout3.xml" Id="R8fc30a1c8a29454b" /><Relationship Type="http://schemas.openxmlformats.org/officeDocument/2006/relationships/slideLayout" Target="/ppt/slideLayouts/slideLayout4.xml" Id="Raad5b08c1f5e42ae" /><Relationship Type="http://schemas.openxmlformats.org/officeDocument/2006/relationships/slideLayout" Target="/ppt/slideLayouts/slideLayout5.xml" Id="Rd38d72729e224e4a" /><Relationship Type="http://schemas.openxmlformats.org/officeDocument/2006/relationships/slideLayout" Target="/ppt/slideLayouts/slideLayout6.xml" Id="R2e708a4a89934bd1" /><Relationship Type="http://schemas.openxmlformats.org/officeDocument/2006/relationships/slideLayout" Target="/ppt/slideLayouts/slideLayout7.xml" Id="R70630bb6137642a1" /><Relationship Type="http://schemas.openxmlformats.org/officeDocument/2006/relationships/slideLayout" Target="/ppt/slideLayouts/slideLayout8.xml" Id="R06c82a80c1944c98" /><Relationship Type="http://schemas.openxmlformats.org/officeDocument/2006/relationships/slideLayout" Target="/ppt/slideLayouts/slideLayout9.xml" Id="R62b04bf343da4c43" /><Relationship Type="http://schemas.openxmlformats.org/officeDocument/2006/relationships/slideLayout" Target="/ppt/slideLayouts/slideLayout10.xml" Id="Re76623338c3f4f48" /><Relationship Type="http://schemas.openxmlformats.org/officeDocument/2006/relationships/slideLayout" Target="/ppt/slideLayouts/slideLayout11.xml" Id="R74d813f1837b4b5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F264008-8191-4D01-9104-52E25B7923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9D0808-02E1-4678-A37F-0526D64906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5F6063-08D9-46E7-80CC-F3B31001736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73B328-CA07-42AB-A6E4-613AD0064BB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8A8735-5A0C-4EAF-BDE0-1604B9D0DAA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c7d3605b294020"/>
    <p:sldLayoutId xmlns:r="http://schemas.openxmlformats.org/officeDocument/2006/relationships" id="2147483650" r:id="R66088bd45c274779"/>
    <p:sldLayoutId xmlns:r="http://schemas.openxmlformats.org/officeDocument/2006/relationships" id="2147483651" r:id="R8fc30a1c8a29454b"/>
    <p:sldLayoutId xmlns:r="http://schemas.openxmlformats.org/officeDocument/2006/relationships" id="2147483652" r:id="Raad5b08c1f5e42ae"/>
    <p:sldLayoutId xmlns:r="http://schemas.openxmlformats.org/officeDocument/2006/relationships" id="2147483653" r:id="Rd38d72729e224e4a"/>
    <p:sldLayoutId xmlns:r="http://schemas.openxmlformats.org/officeDocument/2006/relationships" id="2147483654" r:id="R2e708a4a89934bd1"/>
    <p:sldLayoutId xmlns:r="http://schemas.openxmlformats.org/officeDocument/2006/relationships" id="2147483655" r:id="R70630bb6137642a1"/>
    <p:sldLayoutId xmlns:r="http://schemas.openxmlformats.org/officeDocument/2006/relationships" id="2147483656" r:id="R06c82a80c1944c98"/>
    <p:sldLayoutId xmlns:r="http://schemas.openxmlformats.org/officeDocument/2006/relationships" id="2147483657" r:id="R62b04bf343da4c43"/>
    <p:sldLayoutId xmlns:r="http://schemas.openxmlformats.org/officeDocument/2006/relationships" id="2147483658" r:id="Re76623338c3f4f48"/>
    <p:sldLayoutId xmlns:r="http://schemas.openxmlformats.org/officeDocument/2006/relationships" id="2147483659" r:id="R74d813f1837b4b5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fab6b78ff748c0" /><Relationship Type="http://schemas.openxmlformats.org/officeDocument/2006/relationships/notesSlide" Target="/ppt/notesSlides/notesSlide1.xml" Id="R4d7bdba319184c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d85308eb9b4429" /><Relationship Type="http://schemas.openxmlformats.org/officeDocument/2006/relationships/notesSlide" Target="/ppt/notesSlides/notesSlide2.xml" Id="R7a4524ce93c449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f5439451ae485c" /><Relationship Type="http://schemas.openxmlformats.org/officeDocument/2006/relationships/notesSlide" Target="/ppt/notesSlides/notesSlide3.xml" Id="Rf96558e11252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9ce277cda94c98" /><Relationship Type="http://schemas.openxmlformats.org/officeDocument/2006/relationships/image" Target="/ppt/media/image.png" Id="Ra3a2cc8e7a484cac" /><Relationship Type="http://schemas.openxmlformats.org/officeDocument/2006/relationships/notesSlide" Target="/ppt/notesSlides/notesSlide4.xml" Id="R4adbbbe14f4d49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9459aa568b44de" /><Relationship Type="http://schemas.openxmlformats.org/officeDocument/2006/relationships/notesSlide" Target="/ppt/notesSlides/notesSlide5.xml" Id="R98a3057d57744a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d1bfc090824e1b" /><Relationship Type="http://schemas.openxmlformats.org/officeDocument/2006/relationships/notesSlide" Target="/ppt/notesSlides/notesSlide6.xml" Id="Rf63643344b214a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2d23b66a9249f5" /><Relationship Type="http://schemas.openxmlformats.org/officeDocument/2006/relationships/image" Target="/ppt/media/image2.png" Id="R77a86b01e3c24eb8" /><Relationship Type="http://schemas.openxmlformats.org/officeDocument/2006/relationships/notesSlide" Target="/ppt/notesSlides/notesSlide7.xml" Id="Rc6cdd6483dab4a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d558dd7c9b4392" /><Relationship Type="http://schemas.openxmlformats.org/officeDocument/2006/relationships/image" Target="/ppt/media/image3.png" Id="Rc680fe19026b4bac" /><Relationship Type="http://schemas.openxmlformats.org/officeDocument/2006/relationships/notesSlide" Target="/ppt/notesSlides/notesSlide8.xml" Id="R64f8f7d0fb0040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19615783184b60" /><Relationship Type="http://schemas.openxmlformats.org/officeDocument/2006/relationships/notesSlide" Target="/ppt/notesSlides/notesSlide9.xml" Id="Rc8eba5d9ff9044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9fba42deb643d8" /><Relationship Type="http://schemas.openxmlformats.org/officeDocument/2006/relationships/notesSlide" Target="/ppt/notesSlides/notesSlide10.xml" Id="Rf3642707717f4f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4972D445-191E-47E0-A42E-3AB64BD1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3749039" cy="4023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GOAI 2026 · Agent Infra 赛道 ｜ 初赛方案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844036-01C7-44EC-B786-09E66A65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111556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研序 TeachOps：多 Agent 教学设计预审与质量治理系统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BEC46CF-EB13-4332-9AA3-B133FF8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11155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教学设计预审从“凭经验改”变成“证据可回溯、缺据即阻断”的多 Agent 流程。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70F9676-B466-4956-B779-EE7396F3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63240"/>
            <a:ext cx="3593592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28016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</a:t>
            </a:r>
          </a:p>
          <a:p xmlns:a="http://schemas.openxmlformats.org/drawingml/2006/main"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师范院校 / 教师培训导师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E9C313-7310-4B7E-8701-A21E9C26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3063240"/>
            <a:ext cx="3593592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28016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  <a:p xmlns:a="http://schemas.openxmlformats.org/drawingml/2006/main"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教学设计预审：提交初稿 → 取证 → 修订 → 稽核 → 批准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F1FA90C-F2C2-4849-BD0D-353E3DE6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3063240"/>
            <a:ext cx="3593592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28016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作用</a:t>
            </a:r>
          </a:p>
          <a:p xmlns:a="http://schemas.openxmlformats.org/drawingml/2006/main"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每条修改建议可回溯证据；缺关键证据即阻断流程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41C39A1-24D2-4947-8F59-7CE4BD31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111556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问题：初稿常缺课标依据、目标与评价脱节、学情回应不足，人工预审重复且口径不一。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61E99B5-A226-4032-9506-358E1535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5989320"/>
            <a:ext cx="13258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design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BE50C6C-47B9-4E1C-8A52-C04975DC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研序 TeachOps ｜ GOAI 2026 · Agent Infra 赛道初赛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7257B59-2EB0-42B9-8BEF-218070AD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5288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388955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65DD77B-1579-467F-9641-3776CB0D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723BD9F-D689-4A7F-BD7B-B13275A2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"/>
            <a:ext cx="9509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30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教学设计预审场景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88A701A-F55F-4621-BD6A-19B47F1A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3268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结论：导师在 Word、聊天和通用大模型之间来回，四类问题反复出现。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51E2C9F-C11C-4550-8FBC-5B234C1E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365760"/>
            <a:ext cx="13258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design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56C6C2E-1C6A-4F8C-92A7-C21D88E3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09728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痛点 1</a:t>
            </a:r>
          </a:p>
          <a:p xmlns:a="http://schemas.openxmlformats.org/drawingml/2006/main">
            <a:r>
              <a:rPr sz="13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导师反复检查相同的基础缺陷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19D2386-E41D-448E-94C1-9B18C3F7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486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09728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痛点 2</a:t>
            </a:r>
          </a:p>
          <a:p xmlns:a="http://schemas.openxmlformats.org/drawingml/2006/main">
            <a:r>
              <a:rPr sz="13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AI 建议没有可核对的课程依据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7FDE649-C6ED-49AD-B2BC-DD06F3FA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54680"/>
            <a:ext cx="5486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09728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痛点 3</a:t>
            </a:r>
          </a:p>
          <a:p xmlns:a="http://schemas.openxmlformats.org/drawingml/2006/main">
            <a:r>
              <a:rPr sz="13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修改前后差异与责任记录难以追踪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3BB578B-B6AA-4F38-AA5F-A4FA5F53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54680"/>
            <a:ext cx="5486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09728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痛点 4</a:t>
            </a:r>
          </a:p>
          <a:p xmlns:a="http://schemas.openxmlformats.org/drawingml/2006/main">
            <a:r>
              <a:rPr sz="13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证据不足时，通用工具仍生成“看似完整”的答案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930B116-6BEE-4776-B262-C89877A4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63440"/>
            <a:ext cx="1115568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2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缺口：通用大模型不维护证据链、不做独立审计、无人工确认边界。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74FF904-EDAD-4B43-9981-37607638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研序 TeachOps ｜ GOAI 2026 · Agent Infra 赛道初赛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0EC9E1C-5047-4238-81B2-4DB1FCF5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5288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21276767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AFBBF1-7A51-4B85-9845-8C7B011E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32F3D5-E111-4C47-8BA6-05FFDD86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"/>
            <a:ext cx="9509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30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固定课例和输入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2EEE1D-BF03-4FC1-8497-1525A2F9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3268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结论：一个三年级数学课例、四件套输入，全部材料可公开。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DE994C4-72C0-44F0-AD0C-FDDB4E7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365760"/>
            <a:ext cx="13258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design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6390767-2E7F-4D51-AB05-DF1E0DB2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3832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164592" r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固定课例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3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小学三年级数学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《分数的初步认识》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第 1 课时 · 40 分钟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两条演示链路：正常 / 缺证据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25CAC25-E368-45E6-9E0F-CC3BDFB9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28800"/>
            <a:ext cx="7589520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课程标准来源：</a:t>
            </a: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教育部 2022 年版课标短引用 + 官方链接（教材〔2022〕2 号）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51A3598-5C0F-4894-B2D3-FFA76CFE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542032"/>
            <a:ext cx="7589520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初版教学设计：</a:t>
            </a: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团队原创，含 3 个植入的可审计缺陷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160970C-A040-49BD-A40F-05EE6C81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255264"/>
            <a:ext cx="7589520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聚合学情摘要：</a:t>
            </a: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synthetic: true —— 无任何学生个人信息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135C7F3-C51F-4E35-B769-6E57B03B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968496"/>
            <a:ext cx="7589520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规则包：</a:t>
            </a: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5 条检查规则，独立于课程标准本身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725A17E-73F6-4EA4-814B-E292CB66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11155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合规：全部材料可公开；课标仅短引用并附官方链接，不分发全文；学情数据为合成聚合数据。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DBDFCDA-7DE8-457A-BE83-96C9509F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研序 TeachOps ｜ GOAI 2026 · Agent Infra 赛道初赛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56BAB53-F898-4EF6-BA5C-FBA1FF7C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5288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9153861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E7687F-655D-4F44-B109-2ACDACC6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788CC1B-47B7-4ADC-8887-3F0AD1D9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"/>
            <a:ext cx="9509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30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端到端闭环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5F16B1-8816-4775-92E0-8AC19BE5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3268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结论：证据 → 修订 → 稽核 → 人工批准，一条流水线四道关卡。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610B5FF-BEC6-4137-853B-6BC636D4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365760"/>
            <a:ext cx="13258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live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9036DA0-44AA-4DE5-BB20-4CD9D1E3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提交课例（导师）</a:t>
            </a:r>
          </a:p>
        </p:txBody>
      </p:sp>
      <p:sp>
        <p:nvSpPr>
          <p:cNvPr id="7" name="Right Arrow 6">
            <a:extLst xmlns:a="http://schemas.openxmlformats.org/drawingml/2006/main">
              <a:ext uri="{FF2B5EF4-FFF2-40B4-BE49-F238E27FC236}">
                <a16:creationId xmlns:a16="http://schemas.microsoft.com/office/drawing/2014/main" id="{66633732-838D-4874-8174-0B1B11A9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176" y="2130552"/>
            <a:ext cx="182880" cy="23774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6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2CC0889-3D84-4EFA-AE47-8362BC02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1828800"/>
            <a:ext cx="20116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Evidence 建包</a:t>
            </a:r>
          </a:p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READY / BLOCKED</a:t>
            </a: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866226E2-6B32-4198-988A-8FA22672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2130552"/>
            <a:ext cx="182880" cy="23774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6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40BB004-DC82-4C48-A36E-04C26C42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1828800"/>
            <a:ext cx="20116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Design 修订</a:t>
            </a:r>
          </a:p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引用 evidence_id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E45F2E79-8120-431D-9BAC-4B96203B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2130552"/>
            <a:ext cx="182880" cy="23774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6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4AF8F07-A00A-4C13-8767-EF819121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1828800"/>
            <a:ext cx="20116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Audit 稽核</a:t>
            </a:r>
          </a:p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逐规则判定</a:t>
            </a:r>
          </a:p>
        </p:txBody>
      </p:sp>
      <p:sp>
        <p:nvSpPr>
          <p:cNvPr id="13" name="Right Arrow 12">
            <a:extLst xmlns:a="http://schemas.openxmlformats.org/drawingml/2006/main">
              <a:ext uri="{FF2B5EF4-FFF2-40B4-BE49-F238E27FC236}">
                <a16:creationId xmlns:a16="http://schemas.microsoft.com/office/drawing/2014/main" id="{72D806D9-2A2C-42B6-A11C-6252FA46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130552"/>
            <a:ext cx="182880" cy="23774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6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BB2669D-2741-47D7-8213-BCF630B9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828800"/>
            <a:ext cx="20116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导师批准 / 驳回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14473A6-0AA3-4537-8DE3-8076F5D6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65176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evidence_packet.json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8EE01E7-3259-4E86-935E-1C52D1C9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926080"/>
            <a:ext cx="265176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revision.md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1ED70FD-533A-47D6-B382-211DC042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26080"/>
            <a:ext cx="265176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audit_report.json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75F62F5-1BFD-4198-A2DB-3729D309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926080"/>
            <a:ext cx="265176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review_decision.md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AC4AD9C-5CC8-41A9-B8B9-E6CD921C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118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25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人工边界：正式通过只能由导师决定，Agent 无发布权；BLOCKED 时流程停止并给出补证清单。</a:t>
            </a:r>
          </a:p>
        </p:txBody>
      </p:sp>
      <p:pic>
        <p:nvPicPr>
          <p:cNvPr id="43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2cc8e7a484c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206240"/>
            <a:ext cx="3168202" cy="1874519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FB3C206-D826-4FD0-8FDE-F5B28EF4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290" y="4251959"/>
            <a:ext cx="7713157" cy="1874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live 截图（2026-08-16）：AgentTeams Team Room 协作记录，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Evidence → Design → Audit → 导师审批真实完成；脱敏记录、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真实产物与哈希见 evidence/live-10~16、live-19、live-21。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3B11775-84A2-443C-B9A3-1336460F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研序 TeachOps ｜ GOAI 2026 · Agent Infra 赛道初赛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14DB411-0D02-4E60-9E6D-01F1D618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5288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6954476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FDC0A4-6054-4E22-88AF-BD46F2DB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9D5AA99-A79D-48C1-9834-9A799258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"/>
            <a:ext cx="9509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30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四个 Agent Identity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DC70E4-9B6D-41EC-9E77-7263C10C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3268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结论：四个角色职责互斥，禁止动作写进 Identity，可逐条检查。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5689B50-AA5E-42CB-B348-1D02C859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365760"/>
            <a:ext cx="13258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design</a:t>
            </a:r>
          </a:p>
        </p:txBody>
      </p:sp>
      <p:graphicFrame>
        <p:nvGraphicFramePr>
          <p:cNvPr id="15" name="Table 5"/>
          <p:cNvGraphicFramePr/>
          <p:nvPr/>
        </p:nvGraphicFramePr>
        <p:xfrm>
          <a:off xmlns:a="http://schemas.openxmlformats.org/drawingml/2006/main" x="502920" y="1783080"/>
          <a:ext xmlns:a="http://schemas.openxmlformats.org/drawingml/2006/main" cx="11155680" cy="3291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200400"/>
                <a:gridCol w="2743200"/>
                <a:gridCol w="32918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产出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关键禁止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Manager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拆解任务、调度、传递文件引用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任务计划、状态摘要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不判断教学质量、不自行批准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Evidence Agent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建证据包、列缺失项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evidence_packet.json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不写教案、不补写来源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Design 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依据证据修订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revision.md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不引用包外依据、不发布版本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Audit Agent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独立逐规则稽核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audit_report.json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不修改教案、不代用户批准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37AF50-4150-4CA2-BC2F-3A6F44E2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03520"/>
            <a:ext cx="11155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每个 Identity 含 purpose / inputs / outputs / allowed_actions / forbidden_actions / handoff_to / failure_behavior（agents/*.md）；人类导师是审批者，不是第五个 Agent。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D66CED4-6CBC-42A3-A907-CDB6DB5B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研序 TeachOps ｜ GOAI 2026 · Agent Infra 赛道初赛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5B632D0-EC23-4533-BFFA-60E88987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5288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7649073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61168D-F6F2-4370-A690-83D1C0D2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1008A7-0A15-42EA-B71A-B4B8FC43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"/>
            <a:ext cx="9509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30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三个 Skill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F85637B-9BCC-4542-832E-BFE4EF38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3268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结论：每个 Skill 有契约、有失败样例、可脱离 Agent 单独测试。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5730DE8-46F2-4C41-A46E-B93E3B28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365760"/>
            <a:ext cx="13258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design</a:t>
            </a:r>
          </a:p>
        </p:txBody>
      </p:sp>
      <p:graphicFrame>
        <p:nvGraphicFramePr>
          <p:cNvPr id="15" name="Table 5"/>
          <p:cNvGraphicFramePr/>
          <p:nvPr/>
        </p:nvGraphicFramePr>
        <p:xfrm>
          <a:off xmlns:a="http://schemas.openxmlformats.org/drawingml/2006/main" x="502920" y="1783080"/>
          <a:ext xmlns:a="http://schemas.openxmlformats.org/drawingml/2006/main" cx="11155680" cy="2651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840480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skill_id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 → 输出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失败契约要点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build-evidence-packet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课标来源 + 学情 → evidence_packet.json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关键证据缺失即 BLOCKED，不建 READY 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revise-lesson-with-evidence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初稿 + READY 包 + 规则 → revision.md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包 BLOCKED 拒绝执行；无据建议入“待补证”区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audit-lesson-alignment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候选设计 + 包 + 规则 → audit_report.json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判定绑定 rule_id + evidence_id；输入不全不给结论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2F0EA2D-CF98-4815-93F1-7AD95D3D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09160"/>
            <a:ext cx="111556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契约含输入输出 JSON Schema、调用条件、权限、超时、错误码、安全说明与正反样例（skills/*/contract.md）。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可复用性：三者只约束“证据引用纪律 + 审计纪律”，与学科无关，可复用于任意教研文档流水线。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159DD1A-AD6F-4B2D-97C5-C0415B6C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研序 TeachOps ｜ GOAI 2026 · Agent Infra 赛道初赛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5ECF1B9-8222-4D08-8C13-28A9AA25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5288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4664813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E3B58B-F289-4243-A7C4-189C9E38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6B7806-2288-48FD-B252-627110F7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"/>
            <a:ext cx="9509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30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AgentTeams 映射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E41312B-CF12-4EAD-959B-7E1B169A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3268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结论：Manager + 三个 Worker 落在 AgentTeams Team Room，上下文只传文件引用和短状态。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12E22D5-021D-4845-B787-9578844D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365760"/>
            <a:ext cx="13258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live</a:t>
            </a:r>
          </a:p>
        </p:txBody>
      </p:sp>
      <p:graphicFrame>
        <p:nvGraphicFramePr>
          <p:cNvPr id="17" name="Table 5"/>
          <p:cNvGraphicFramePr/>
          <p:nvPr/>
        </p:nvGraphicFramePr>
        <p:xfrm>
          <a:off xmlns:a="http://schemas.openxmlformats.org/drawingml/2006/main" x="502920" y="1737360"/>
          <a:ext xmlns:a="http://schemas.openxmlformats.org/drawingml/2006/main" cx="11155680" cy="3017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223760"/>
              </a:tblGrid>
              <a:tr h="43107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TeachOps 概念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AgentTeams 映射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Manager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Team Leader / Manager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Evidence / Design / Audit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三个 Worker（各挂载对应 Skill 契约）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教研任务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Team Room 中的固定任务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上下文传递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共享文件 + 文件引用（不在消息中复制长文）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状态追踪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房间消息、Agent 状态、产物状态字段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人工审批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E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用户在 Team Room 中批准 / 驳回</a:t>
                      </a:r>
                    </a:p>
                  </a:txBody>
                  <a:tcPr marL="73152" marR="73152" marT="27432" marB="27432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86b01e3c24e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983480"/>
            <a:ext cx="2009104" cy="118872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44A5226-0A0A-4FE9-8470-DB780ADD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192" y="5029200"/>
            <a:ext cx="8872255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live 截图（2026-08-15）：manager / evidence / design / audit
四 Agent 团队配置与 Team Room 成员在线。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7092259-4AB3-4B03-9F99-D76B608B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研序 TeachOps ｜ GOAI 2026 · Agent Infra 赛道初赛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BB00642-B4FD-4DFD-B52E-C8EF8D5C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5288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7672192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ECD0F1-FBF2-4237-B975-BD09C32E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E318011-9329-4779-BEB5-D14ED21B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"/>
            <a:ext cx="9509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30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缺证据异常分支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2201FB-C859-4BEB-8050-B5C1D6E3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3268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结论：缺关键课标证据 → BLOCKED → 不生成修订 → 导师收到补证清单。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16F6191-1954-4054-BCE7-6CA552FB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365760"/>
            <a:ext cx="13258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live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F04D18A-A5DA-41C7-8AAD-340D78FC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63093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46304" tIns="7315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① 异常样例 missing-evidence-case</a:t>
            </a:r>
          </a:p>
          <a:p xmlns:a="http://schemas.openxmlformats.org/drawingml/2006/main">
            <a:r>
              <a:rPr sz="11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与正常样例唯一差异：删除 curriculum-source.md（关键课标证据）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596C151-C97D-4037-8CF8-2B81CFED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63093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46304" tIns="7315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② Evidence Agent 返回 BLOCKED</a:t>
            </a:r>
          </a:p>
          <a:p xmlns:a="http://schemas.openxmlformats.org/drawingml/2006/main">
            <a:r>
              <a:rPr sz="11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status: BLOCKED + missing_items，不产出 READY 证据包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BE30226-FCF7-4AAE-A701-356247AB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03320"/>
            <a:ext cx="63093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46304" tIns="7315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③ Manager 停止调用 Design Agent</a:t>
            </a:r>
          </a:p>
          <a:p xmlns:a="http://schemas.openxmlformats.org/drawingml/2006/main">
            <a:r>
              <a:rPr sz="11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房间展示停止原因与补证要求；不用模型记忆补写来源，不把部分执行显示成成功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6DB1152-0469-46E2-BD61-DB916140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83080"/>
            <a:ext cx="4663440" cy="2697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146304" r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fixture replay 对照（非 live）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demo/missing-evidence-case/expected-output/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evidence_packet.json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用途：结构化基线与自动校验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50" b="0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边界：不得替代 evidence/live-17 的 live 产物</a:t>
            </a: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0fe19026b4b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800600"/>
            <a:ext cx="2240923" cy="132588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600BF95-585A-411D-9A82-80F2ACD8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011" y="4846320"/>
            <a:ext cx="8640436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live 截图（2026-08-16）：Evidence Agent 返回 BLOCKED；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结构化补跑已落盘 live-17，Manager 核验后停止，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未调用 Design/Audit；脱敏记录见 evidence/live-20。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99A6B17-EAF1-492C-BED9-C5B46EC4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研序 TeachOps ｜ GOAI 2026 · Agent Infra 赛道初赛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C1E7C82-CF41-4F50-946A-9DDEFABA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5288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0843835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BC66AE-508B-4BAF-99D2-F05F3EB6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156F1A-3A3B-4B15-B4AE-278FA3F9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"/>
            <a:ext cx="9509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30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开放与安全边界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B8ABF2-CD6D-4DB6-A6D0-AB95172D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3268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结论：MIT 开源四类资产，四条安全边界贯穿全部材料。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BC988B0-F619-4986-8B0E-1B698AE4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365760"/>
            <a:ext cx="13258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design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900578E-A190-4AC6-9A93-13C893A0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39496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146304" rIns="18288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开源范围（MIT）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Agent Identity（四个角色定义）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Skill 契约（含输入输出 JSON Schema）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固定课例样例与期望输出（正常 + 缺证据）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README、运行证据索引与运行手册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PPT 生成脚本（scripts/make_ppt.py，可复现）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34F40E0-7926-4DBF-AA78-83A9BAFB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28800"/>
            <a:ext cx="557784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146304" rIns="18288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四条安全边界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2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① API Key 只存本机，不进聊天、仓库、截图与 PPT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2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② 学情为合成聚合数据，无学生个人信息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2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③ 课标仅短引用 + 官方链接，不分发全文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2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④ 批准 / 驳回权在人类导师，Agent 不能自行结束流程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2C05BF0-A9FC-412A-99C3-4818AE7E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研序 TeachOps ｜ GOAI 2026 · Agent Infra 赛道初赛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4ECE261-4AD1-4E06-8888-C7D0ECFC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5288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7529527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634DE7C-36F4-4CDC-8CED-F0D374CF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01E0E83-D651-4FAB-85A3-EF67BE3F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"/>
            <a:ext cx="9509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300" b="1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当前进展、限制和复赛计划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8B5E9FE-0A8A-48B6-91A7-68B69435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3268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结论：初赛交付材料齐备，未做的事项明确列出，复赛路线可检验。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ABB5784-5269-4262-A195-388A8A11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365760"/>
            <a:ext cx="13258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live/design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1BB83ED-803B-460F-B05B-53DDFBC3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111556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已完成：</a:t>
            </a:r>
            <a:r>
              <a:rPr sz="125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四个 Agent Identity ｜ 三个 Skill 契约 ｜ 两套固定样例与期望输出 ｜ 500 字作品简介 ｜ 本 PPT（生成脚本可复现）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789DCD8-6049-4F10-B568-0B285EF6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1115568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2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AgentTeams 运行状态：烟雾测试（2026-08-15）与正常 / 异常业务链路（2026-08-16）均已 live 完成；索引第 13-16 项与 L1-L5。fixture replay 仅作对照。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A4C1D43-D78F-4DA6-81A8-69B9129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539496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128016" rIns="18288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限制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无真实导师 / 学生数据，效果未在真实组织验证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单一课例（三年级数学），未做多学科扩展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AgentTeams 未在本机长期稳定性验证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3C269AE-4FC0-492E-932E-AB7A4E55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57600"/>
            <a:ext cx="557784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128016" rIns="18288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复赛计划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教研任务 Web 工作台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FastAPI + PostgreSQL 正式状态机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版本 Diff 与回滚、审批与审计事件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知识库 RAG / MCP Adapter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222E38"/>
                </a:solidFill>
                <a:latin typeface="微软雅黑"/>
                <a:ea typeface="微软雅黑"/>
                <a:cs typeface="微软雅黑"/>
              </a:rPr>
              <a:t>· 1-3 名真实导师的反馈验证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B08FFDB-5D4C-40D6-B0A3-0E7CA044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研序 TeachOps ｜ GOAI 2026 · Agent Infra 赛道初赛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EB6697D-9FB7-4D49-A9B4-71471A49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5288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9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7970507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2026-08-16T09:33:36.2390000Z</dcterms:created>
  <dcterms:modified xsi:type="dcterms:W3CDTF">2026-08-16T09:33:36.2400000Z</dcterms:modified>
</coreProperties>
</file>