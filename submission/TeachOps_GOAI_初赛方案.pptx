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57200"/>
            <a:ext cx="3749039" cy="402336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GOAI 2026 · Agent Infra 赛道 ｜ 初赛方案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155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222E38"/>
                </a:solidFill>
                <a:latin typeface="微软雅黑"/>
                <a:ea typeface="微软雅黑"/>
              </a:rPr>
              <a:t>研序 TeachOps：多 Agent 教学设计预审与质量治理系统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F4E79"/>
                </a:solidFill>
                <a:latin typeface="微软雅黑"/>
                <a:ea typeface="微软雅黑"/>
              </a:rPr>
              <a:t>教学设计预审从“凭经验改”变成“证据可回溯、缺据即阻断”的多 Agent 流程。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用户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师范院校 / 教师培训导师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任务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教学设计预审：提交初稿 → 取证 → 修订 → 稽核 → 批准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4" y="3063240"/>
            <a:ext cx="3593592" cy="1371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作用</a:t>
            </a:r>
          </a:p>
          <a:p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每条修改建议可回溯证据；缺关键证据即阻断流程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问题：初稿常缺课标依据、目标与评价脱节、学情回应不足，人工预审重复且口径不一。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78440" y="598932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教学设计预审场景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结论：导师在 Word、聊天和通用大模型之间来回，四类问题反复出现。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1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导师反复检查相同的基础缺陷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2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AI 建议没有可核对的课程依据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5468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3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修改前后差异与责任记录难以追踪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54680"/>
            <a:ext cx="5486400" cy="1143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痛点 4</a:t>
            </a:r>
          </a:p>
          <a:p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证据不足时，通用工具仍生成“看似完整”的答案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63440"/>
            <a:ext cx="11155680" cy="7315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50" b="1">
                <a:solidFill>
                  <a:srgbClr val="C55A11"/>
                </a:solidFill>
                <a:latin typeface="微软雅黑"/>
                <a:ea typeface="微软雅黑"/>
              </a:rPr>
              <a:t>缺口：通用大模型不维护证据链、不做独立审计、无人工确认边界。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固定课例和输入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结论：一个三年级数学课例、四件套输入，全部材料可公开。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383280" cy="274320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固定课例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E38"/>
                </a:solidFill>
                <a:latin typeface="微软雅黑"/>
                <a:ea typeface="微软雅黑"/>
              </a:rPr>
              <a:t>小学三年级数学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E38"/>
                </a:solidFill>
                <a:latin typeface="微软雅黑"/>
                <a:ea typeface="微软雅黑"/>
              </a:rPr>
              <a:t>《分数的初步认识》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第 1 课时 · 40 分钟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两条演示链路：正常 / 缺证据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828800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课程标准来源：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教育部 2022 年版课标短引用 + 官方链接（教材〔2022〕2 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2542032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初版教学设计：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团队原创，含 3 个植入的可审计缺陷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3255264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聚合学情摘要：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synthetic: true —— 无任何学生个人信息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968496"/>
            <a:ext cx="7589520" cy="603504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规则包：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5 条检查规则，独立于课程标准本身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合规：全部材料可公开；课标仅短引用并附官方链接，不分发全文；学情数据为合成聚合数据。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端到端闭环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结论：证据 → 修订 → 稽核 → 人工批准，一条流水线四道关卡。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提交课例（导师）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51176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Evidence 建包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READY / BLOCKED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64024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28616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Design 修订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引用 evidence_id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76872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41464" y="1828800"/>
            <a:ext cx="2011680" cy="86868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Audit 稽核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逐规则判定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89720" y="2130552"/>
            <a:ext cx="182880" cy="237744"/>
          </a:xfrm>
          <a:prstGeom prst="rightArrow">
            <a:avLst/>
          </a:prstGeom>
          <a:solidFill>
            <a:srgbClr val="B8C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54312" y="1828800"/>
            <a:ext cx="2011680" cy="868680"/>
          </a:xfrm>
          <a:prstGeom prst="round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导师批准 / 驳回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evidence_packet.json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revision.md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audit_report.json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926080"/>
            <a:ext cx="2651760" cy="4572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review_decision.md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E38"/>
                </a:solidFill>
                <a:latin typeface="微软雅黑"/>
                <a:ea typeface="微软雅黑"/>
              </a:rPr>
              <a:t>人工边界：正式通过只能由导师决定，Agent 无发布权；BLOCKED 时流程停止并给出补证清单。</a:t>
            </a:r>
          </a:p>
        </p:txBody>
      </p:sp>
      <p:pic>
        <p:nvPicPr>
          <p:cNvPr id="20" name="Picture 19" descr="live-05-normal-case-kick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206240"/>
            <a:ext cx="3168202" cy="18745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872290" y="4251959"/>
            <a:ext cx="7713157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微软雅黑"/>
                <a:ea typeface="微软雅黑"/>
              </a:rPr>
              <a:t>live 截图（2026-08-16）：AgentTeams Team Room 协作记录，
Evidence → Design → Audit 全流程由四 Agent 真实协作完成，
产物见 demo/normal-case/live-output/。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四个 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结论：四个角色职责互斥，禁止动作写进 Identity，可逐条检查。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200400"/>
                <a:gridCol w="2743200"/>
                <a:gridCol w="32918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产出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关键禁止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拆解任务、调度、传递文件引用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任务计划、状态摘要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不判断教学质量、不自行批准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Evidence Agent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建证据包、列缺失项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evidence_packet.json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不写教案、不补写来源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Design Agent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依据证据修订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revision.md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不引用包外依据、不发布版本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Audit Agent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独立逐规则稽核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audit_report.json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不修改教案、不代用户批准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每个 Identity 含 purpose / inputs / outputs / allowed_actions / forbidden_actions / handoff_to / failure_behavior（agents/*.md）；人类导师是审批者，不是第五个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三个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结论：每个 Skill 有契约、有失败样例、可脱离 Agent 单独测试。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840480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skill_id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 → 输出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失败契约要点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build-evidence-packet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课标来源 + 学情 → evidence_packet.json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关键证据缺失即 BLOCKED，不建 READY 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revise-lesson-with-evidence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初稿 + READY 包 + 规则 → revision.md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包 BLOCKED 拒绝执行；无据建议入“待补证”区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audit-lesson-alignment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候选设计 + 包 + 规则 → audit_report.json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判定绑定 rule_id + evidence_id；输入不全不给结论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6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契约含输入输出 JSON Schema、调用条件、权限、超时、错误码、安全说明与正反样例（skills/*/contract.md）。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可复用性：三者只约束“证据引用纪律 + 审计纪律”，与学科无关，可复用于任意教研文档流水线。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AgentTeams 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结论：Manager + 三个 Worker 落在 AgentTeams Team Room，上下文只传文件引用和短状态。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live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223760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TeachOps 概念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AgentTeams 映射</a:t>
                      </a:r>
                    </a:p>
                  </a:txBody>
                  <a:tcPr anchor="ctr" marL="73152" marR="73152" marT="27432" marB="27432">
                    <a:solidFill>
                      <a:srgbClr val="1F4E79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Team Leader / Manager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Evidence / Design / Audit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三个 Worker（各挂载对应 Skill 契约）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教研任务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Team Room 中的固定任务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上下文传递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共享文件 + 文件引用（不在消息中复制长文）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状态追踪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房间消息、Agent 状态、产物状态字段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人工审批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E38"/>
                          </a:solidFill>
                          <a:latin typeface="微软雅黑"/>
                          <a:ea typeface="微软雅黑"/>
                        </a:rPr>
                        <a:t>用户在 Team Room 中批准 / 驳回</a:t>
                      </a:r>
                    </a:p>
                  </a:txBody>
                  <a:tcPr anchor="ctr" marL="73152" marR="73152" marT="27432" marB="27432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live-04-team-worker-cre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983480"/>
            <a:ext cx="2009104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13192" y="5029200"/>
            <a:ext cx="88722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微软雅黑"/>
                <a:ea typeface="微软雅黑"/>
              </a:rPr>
              <a:t>live 截图（2026-08-15）：manager / evidence / design / audit
四 Agent 团队配置与 Team Room 成员在线。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缺证据异常分支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结论：缺关键课标证据 → BLOCKED → 不生成修订 → 导师收到补证清单。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① 异常样例 missing-evidence-case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与正常样例唯一差异：删除 curriculum-source.md（关键课标证据）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② Evidence Agent 返回 BLOCKED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status: BLOCKED + missing_items，不产出 READY 证据包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03320"/>
            <a:ext cx="6309360" cy="8229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73152"/>
          <a:lstStyle/>
          <a:p>
            <a:pPr algn="ctr"/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③ Manager 停止调用 Design Agent</a:t>
            </a:r>
          </a:p>
          <a:p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房间展示停止原因与补证要求；不用模型记忆补写来源，不把部分执行显示成成功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783080"/>
            <a:ext cx="4663440" cy="269748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fixture replay 回放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demo/missing-evidence-case/expected-output/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22E38"/>
                </a:solidFill>
                <a:latin typeface="微软雅黑"/>
                <a:ea typeface="微软雅黑"/>
              </a:rPr>
              <a:t>evidence_packet.json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22E38"/>
                </a:solidFill>
                <a:latin typeface="微软雅黑"/>
                <a:ea typeface="微软雅黑"/>
              </a:rPr>
              <a:t>内容：BLOCKED + 缺失项清单 + next_action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C55A11"/>
                </a:solidFill>
                <a:latin typeface="微软雅黑"/>
                <a:ea typeface="微软雅黑"/>
              </a:rPr>
              <a:t>约定：不制作仿真的 AgentTeams 聊天截图</a:t>
            </a:r>
          </a:p>
        </p:txBody>
      </p:sp>
      <p:pic>
        <p:nvPicPr>
          <p:cNvPr id="10" name="Picture 9" descr="live-09-missing-evidence-b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00600"/>
            <a:ext cx="2240923" cy="1325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45011" y="4846320"/>
            <a:ext cx="86404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7B"/>
                </a:solidFill>
                <a:latin typeface="微软雅黑"/>
                <a:ea typeface="微软雅黑"/>
              </a:rPr>
              <a:t>live 截图（2026-08-16）：缺 curriculum-source.md 时 Evidence Agent
返回 BLOCKED（E_INPUT_MISSING + 缺失清单），Manager 停止、
不调用 Design/Audit；记录见 BLOCKED-record.md。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开放与安全边界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结论：MIT 开源四类资产，四条安全边界贯穿全部材料。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394960" cy="3657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开源范围（MIT）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Agent Identity（四个角色定义）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Skill 契约（含输入输出 JSON Schema）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固定课例样例与期望输出（正常 + 缺证据）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README、运行证据索引与运行手册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· PPT 生成脚本（scripts/make_ppt.py，可复现）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828800"/>
            <a:ext cx="5577840" cy="36576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四条安全边界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① API Key 只存本机，不进聊天、仓库、截图与 PPT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② 学情为合成聚合数据，无学生个人信息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③ 课标仅短引用 + 官方链接，不分发全文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④ 批准 / 驳回权在人类导师，Agent 不能自行结束流程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222E38"/>
                </a:solidFill>
                <a:latin typeface="微软雅黑"/>
                <a:ea typeface="微软雅黑"/>
              </a:rPr>
              <a:t>当前进展、限制和复赛计划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微软雅黑"/>
                <a:ea typeface="微软雅黑"/>
              </a:rPr>
              <a:t>结论：初赛交付材料齐备，未做的事项明确列出，复赛路线可检验。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325880" cy="36576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F4E79"/>
                </a:solidFill>
                <a:latin typeface="微软雅黑"/>
                <a:ea typeface="微软雅黑"/>
              </a:rP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86868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已完成：</a:t>
            </a:r>
            <a:r>
              <a:rPr sz="1250" b="0">
                <a:solidFill>
                  <a:srgbClr val="222E38"/>
                </a:solidFill>
                <a:latin typeface="微软雅黑"/>
                <a:ea typeface="微软雅黑"/>
              </a:rPr>
              <a:t>四个 Agent Identity ｜ 三个 Skill 契约 ｜ 两套固定样例与期望输出 ｜ 500 字作品简介 ｜ 本 PPT（生成脚本可复现）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11155680" cy="73152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50" b="1">
                <a:solidFill>
                  <a:srgbClr val="C55A11"/>
                </a:solidFill>
                <a:latin typeface="微软雅黑"/>
                <a:ea typeface="微软雅黑"/>
              </a:rPr>
              <a:t>AgentTeams 运行状态：</a:t>
            </a: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烟雾测试（2026-08-15）与正常 / 异常两条业务流程（2026-08-16）均已 live 完成；live 证据见 docs/运行证据索引.md 第 13/14 项与 L1-L5。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5394960" cy="21945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/>
          <a:lstStyle/>
          <a:p>
            <a:pPr algn="ctr"/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限制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无真实导师 / 学生数据，效果未在真实组织验证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单一课例（三年级数学），未做多学科扩展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AgentTeams 未在本机长期稳定性验证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3657600"/>
            <a:ext cx="5577840" cy="219456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/>
          <a:lstStyle/>
          <a:p>
            <a:pPr algn="ctr"/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复赛计划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教研任务 Web 工作台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FastAPI + PostgreSQL 正式状态机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版本 Diff 与回滚、审批与审计事件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知识库 RAG / MCP Adapter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E38"/>
                </a:solidFill>
                <a:latin typeface="微软雅黑"/>
                <a:ea typeface="微软雅黑"/>
              </a:rPr>
              <a:t>· 1-3 名真实导师的反馈验证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研序 TeachOps ｜ GOAI 2026 · Agent Infra 赛道初赛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B7B"/>
                </a:solidFill>
                <a:latin typeface="微软雅黑"/>
                <a:ea typeface="微软雅黑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